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305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F274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886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 HACKATHON  •  PROJECT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Agent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Recruitment System Chatbot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82296" cy="82296"/>
          </a:xfrm>
          <a:prstGeom prst="ellipse">
            <a:avLst/>
          </a:prstGeom>
          <a:solidFill>
            <a:srgbClr val="34E4D0"/>
          </a:solidFill>
          <a:ln/>
        </p:spPr>
      </p:sp>
      <p:sp>
        <p:nvSpPr>
          <p:cNvPr id="10" name="Shape 7"/>
          <p:cNvSpPr/>
          <p:nvPr/>
        </p:nvSpPr>
        <p:spPr>
          <a:xfrm>
            <a:off x="1124712" y="4160520"/>
            <a:ext cx="82296" cy="82296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11" name="Shape 8"/>
          <p:cNvSpPr/>
          <p:nvPr/>
        </p:nvSpPr>
        <p:spPr>
          <a:xfrm>
            <a:off x="1380744" y="4160520"/>
            <a:ext cx="82296" cy="82296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4709160"/>
            <a:ext cx="10058400" cy="1417320"/>
          </a:xfrm>
          <a:prstGeom prst="roundRect">
            <a:avLst>
              <a:gd name="adj" fmla="val 516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029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4956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737360" y="519379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M.S.Y.K.G. Franzonia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23881A05DM   •   CSE - 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09360" y="519379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Charaka Ananya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23881A05L3   •   CSE - 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Recruitment Agent?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 is an Agentic AI-powered HR assistant that streamlines recruitment through a conversational, terminal-based chatbot. It helps recruiters screen resumes, rewrite job descriptions, generate interview questions, retrieve top candidates using Retrieval-Augmented Generation (RAG), and fetch live salary insights via web search.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6309360" cy="2148840"/>
          </a:xfrm>
          <a:prstGeom prst="roundRect">
            <a:avLst>
              <a:gd name="adj" fmla="val 340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416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with: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—  agent orchestration &amp; routing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—  vector store for resume retrieval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 —  language generation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API  —  live web / salary data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269480" y="160020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331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961120" y="23591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Terminal-based Agentic AI chatbot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3200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961120" y="32278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task nodes (screen, rewrite, interview, salary)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35240" y="4069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61120" y="40965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candidate retrieval via ChromaDB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35240" y="4937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961120" y="49651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Web-sourced salary benchmarking via Tavily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is slow and repetitive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significant time manually screening resumes, comparing candidates, rewriting job descriptions, preparing interview questions, and researching salary trends — tasks that are repetitive but still demand attention for every open role.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92608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0289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81304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read and compared by hand against a role.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8640" y="26974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7240" y="292608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10" y="30289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7240" y="347472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Process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87240" y="381304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per role before a shortlist even exists.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77200" y="26974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5800" y="292608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670" y="30289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5800" y="347472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JD Rewrites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05800" y="381304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 reworded manually for every audience.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6177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9491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539496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Overhead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8680" y="573328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drafted fresh for each candidate.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58640" y="46177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7240" y="484632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110" y="49491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87240" y="539496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Salary Research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87240" y="573328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pay ranges looked up role by role, city by city.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77200" y="46177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5800" y="484632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670" y="49491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5800" y="539496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Manual Effort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05800" y="5733288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of this repetitive work is actually automated today.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05940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1920240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16733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resume screening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409444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34440" y="2523744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80160" y="22768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recruitment effort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012948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234440" y="3127248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28016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for intelligent candidate retrieval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40080" y="3502152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616452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234440" y="3730752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280160" y="34838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interview questions automatically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219956"/>
            <a:ext cx="228600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234440" y="4334256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280160" y="4087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job descriptions</a:t>
            </a:r>
            <a:endParaRPr lang="en-US" sz="1650" dirty="0"/>
          </a:p>
        </p:txBody>
      </p:sp>
      <p:sp>
        <p:nvSpPr>
          <p:cNvPr id="24" name="Shape 17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823460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234440" y="4937760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280160" y="46908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salary expectations</a:t>
            </a:r>
            <a:endParaRPr lang="en-US" sz="1650" dirty="0"/>
          </a:p>
        </p:txBody>
      </p:sp>
      <p:sp>
        <p:nvSpPr>
          <p:cNvPr id="28" name="Shape 20"/>
          <p:cNvSpPr/>
          <p:nvPr/>
        </p:nvSpPr>
        <p:spPr>
          <a:xfrm>
            <a:off x="640080" y="5312664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5426964"/>
            <a:ext cx="228600" cy="2286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1234440" y="5541264"/>
            <a:ext cx="98755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280160" y="52943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 Agentic AI workflow</a:t>
            </a:r>
            <a:endParaRPr lang="en-US" sz="1650" dirty="0"/>
          </a:p>
        </p:txBody>
      </p:sp>
      <p:sp>
        <p:nvSpPr>
          <p:cNvPr id="32" name="Text 2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five focused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 is a single conversational agent, built with LangGraph, that routes each recruiter query to the right specialised node — instead of one generic model trying to do everything. Every capability maps directly to one pain point from the previous slide.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5316" y="288036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473" y="29935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via RAG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embedded and stored in ChromaDB; queries retrieve the closest-matching candidates with similarity scores.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62072" y="260604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7308" y="288036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65" y="29935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356616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Rewriting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26664" y="429768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rewrites a JD for a given audience (e.g. startup tone) on request.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84064" y="260604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29300" y="288036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457" y="299351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1224" y="356616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48656" y="429768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 and candidate-specific interview questions generated automatically.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06056" y="260604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51292" y="288036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449" y="299351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3216" y="356616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Salary Lookup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70648" y="429768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fetches current market salary data for a role and location.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528048" y="260604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73284" y="288036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441" y="2993517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65208" y="356616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Shortlisting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92640" y="429768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shortlist requires explicit recruiter confirmation before it is closed.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Recruitment Agent is built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2288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8640" y="169164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9808" y="210312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538" y="22288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7320" y="1856232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27320" y="2258568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framework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77200" y="169164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8368" y="2103120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098" y="22288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5880" y="1856232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45880" y="2258568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218688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30168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75589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38328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508760" y="3785616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8640" y="3218688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9808" y="3630168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538" y="375589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7320" y="338328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27320" y="3785616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77200" y="3218688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8368" y="3630168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098" y="375589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5880" y="338328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API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945880" y="3785616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tool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745736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1248" y="5157216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978" y="5282946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4910328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508760" y="5312664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58640" y="4745736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59808" y="5157216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538" y="5282946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27320" y="4910328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227320" y="5312664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management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77200" y="4745736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78368" y="5157216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4098" y="5282946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45880" y="4910328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945880" y="5312664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query moves through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450592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897" y="25637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108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types a natural-language query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256032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80360" y="21945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9020" y="2450592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177" y="2563749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0088" y="3108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1752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intent from the query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480060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20640" y="21945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29300" y="2450592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457" y="2563749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3108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5780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intent to the matching node</a:t>
            </a:r>
            <a:endParaRPr lang="en-US" sz="970" dirty="0"/>
          </a:p>
        </p:txBody>
      </p:sp>
      <p:sp>
        <p:nvSpPr>
          <p:cNvPr id="21" name="Text 16"/>
          <p:cNvSpPr/>
          <p:nvPr/>
        </p:nvSpPr>
        <p:spPr>
          <a:xfrm>
            <a:off x="704088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0920" y="21945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69580" y="2450592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737" y="2563749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70648" y="3108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9808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ChromaDB / OpenAI / Tavily</a:t>
            </a:r>
            <a:endParaRPr lang="en-US" sz="970" dirty="0"/>
          </a:p>
        </p:txBody>
      </p:sp>
      <p:sp>
        <p:nvSpPr>
          <p:cNvPr id="27" name="Text 21"/>
          <p:cNvSpPr/>
          <p:nvPr/>
        </p:nvSpPr>
        <p:spPr>
          <a:xfrm>
            <a:off x="928116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01200" y="21945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09860" y="2450592"/>
            <a:ext cx="502920" cy="50292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017" y="2563749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10928" y="3108960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3836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to the recruiter</a:t>
            </a:r>
            <a:endParaRPr lang="en-US" sz="970" dirty="0"/>
          </a:p>
        </p:txBody>
      </p:sp>
      <p:sp>
        <p:nvSpPr>
          <p:cNvPr id="33" name="Shape 26"/>
          <p:cNvSpPr/>
          <p:nvPr/>
        </p:nvSpPr>
        <p:spPr>
          <a:xfrm>
            <a:off x="640080" y="45262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800600"/>
            <a:ext cx="548640" cy="5486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691640" y="470916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intelligently selects the right tool for each request instead of calling the LLM for every single query — keeping the system fast and cost-efficient.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query to the right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enters a recruitment query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identifies the intent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438912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count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7216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105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rewrite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41056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489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4489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4897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873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lookup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4873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4873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E4D0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5257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06440" y="160020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233172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0" y="244602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675120" y="2331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Text Files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272784" y="2770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</a:rPr>
              <a:t>↓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80760" y="2898648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3012948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675120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272784" y="33375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080760" y="3465576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3579876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675120" y="3465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Storage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272784" y="39044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</a:rPr>
              <a:t>↓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080760" y="4032504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4146804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675120" y="40325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6272784" y="44714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</a:rPr>
              <a:t>↓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6080760" y="4599432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4713732"/>
            <a:ext cx="228600" cy="2286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675120" y="45994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 Candidates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6272784" y="50383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</a:rPr>
              <a:t>↓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080760" y="51663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060" y="5280660"/>
            <a:ext cx="2286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675120" y="5166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Recruitment Agent can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19659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046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(RAG)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62072" y="17373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30168" y="19659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20688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3512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84064" y="17373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0" y="19659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20688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06056" y="17373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74152" y="19659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022" y="206883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7496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Parsing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528048" y="17373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296144" y="19659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014" y="206883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19488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Rewriting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3566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408176" y="37947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046" y="389763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1520" y="44348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Question Generation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862072" y="3566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630168" y="37947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038" y="389763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53512" y="44348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 Search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084064" y="3566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852160" y="37947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5030" y="389763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75504" y="44348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7306056" y="3566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74152" y="37947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7022" y="3897630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97496" y="44348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Confirmation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9528048" y="3566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296144" y="3794760"/>
            <a:ext cx="457200" cy="457200"/>
          </a:xfrm>
          <a:prstGeom prst="ellipse">
            <a:avLst/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9014" y="3897630"/>
            <a:ext cx="251460" cy="2514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19488" y="44348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Chatbot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startup &amp; live salary lookup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5101F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mnt/user-data/uploads/1783218860343_image.png">    </p:cNvPr>
          <p:cNvPicPr>
            <a:picLocks noChangeAspect="1"/>
          </p:cNvPicPr>
          <p:nvPr/>
        </p:nvPicPr>
        <p:blipFill>
          <a:blip r:embed="rId1"/>
          <a:srcRect l="0" r="0" t="-53680" b="-53680"/>
          <a:stretch/>
        </p:blipFill>
        <p:spPr>
          <a:xfrm>
            <a:off x="777240" y="1783080"/>
            <a:ext cx="4846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669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intent menu &amp; auto-indexed resumes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05101F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/mnt/user-data/uploads/1783218871832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783080"/>
            <a:ext cx="525780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669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lookup — Tavily Search API results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description rewriting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05101F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rec_agent_ppt/imgs/jd_rewrite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63093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669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rewrite — routed to OpenAI GPT-4o-mini for a startup tone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06640" y="160020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8745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66760" y="1947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26680" y="2514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Execution Context shows the exact intent, node, and tool used per query.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rewritten JD is saved directly to disk, ready to reuse.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terminal handles screening, rewriting, interviews, and salary lookup end to end.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30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0F274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AI, applied to hiring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 shows how Agentic AI, RAG, and external tools can automate the end-to-end recruitment workflow. By intelligently routing tasks to Python, ChromaDB, OpenAI, or Tavily, the system avoids unnecessary LLM calls while giving recruiters accurate, context-aware assistance — from screening to salary research.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112645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WAYS FORWARD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 parsing &amp; ATS integration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integration &amp; calendar scheduling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&amp; candidate comparison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 &amp; red-flag detection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55448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0E2038"/>
          </a:solidFill>
          <a:ln w="12700">
            <a:solidFill>
              <a:srgbClr val="2440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8745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72668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4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26680" y="3977640"/>
            <a:ext cx="338328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2062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3816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github.com/franzonia137/Recruitment-agent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726680" y="4754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M.S.Y.K.G. Franzonia (23881A05DM, CSE-G)   •   Charaka Ananya (23881A05L3, CSE-D)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 Agent - AI Powered Recruitment System Chatbot</dc:title>
  <dc:subject>PptxGenJS Presentation</dc:subject>
  <dc:creator>Franzonia &amp; Charaka Ananya</dc:creator>
  <cp:lastModifiedBy>Franzonia &amp; Charaka Ananya</cp:lastModifiedBy>
  <cp:revision>1</cp:revision>
  <dcterms:created xsi:type="dcterms:W3CDTF">2026-07-05T02:41:16Z</dcterms:created>
  <dcterms:modified xsi:type="dcterms:W3CDTF">2026-07-05T02:41:16Z</dcterms:modified>
</cp:coreProperties>
</file>